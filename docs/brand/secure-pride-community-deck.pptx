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100" kern="0" dirty="0">
                <a:solidFill>
                  <a:srgbClr val="06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3474720" y="3291840"/>
            <a:ext cx="2194560" cy="0"/>
          </a:xfrm>
          <a:prstGeom prst="line">
            <a:avLst/>
          </a:prstGeom>
          <a:noFill/>
          <a:ln w="19050">
            <a:solidFill>
              <a:srgbClr val="0A7E7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story. What we built. Why it matters.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I kept seeing.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25400">
            <a:solidFill>
              <a:srgbClr val="06D6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37160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organizations — the ones running LGBTQ+ health clinics, sports leagues, advocacy groups, mutual aid networks — are handling incredibly sensitive data every day.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identities. Health records. Donor information. Communications that could put people at risk if they leaked.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security tools available to them are built for Fortune 500 companies with six-figure IT budgets.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most of these organizations have... nothing.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built this.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25400">
            <a:solidFill>
              <a:srgbClr val="FF2D9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37160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a queer guy who spent his career in cybersecurity research at financial institutions — the kind of places where security budgets are measured in millions.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 looked at the organizations actually protecting our community and realized they had none of that.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HIV clinic where I go. The sports league my husband and I run. The advocacy groups doing the hardest work in the hardest states.</a:t>
            </a: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endParaRPr lang="en-US" sz="13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Secure Pride because I needed it to exist, and nobody else was building it.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is.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25400">
            <a:solidFill>
              <a:srgbClr val="B24B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 is a security scanner that sits between your organization and the AI tools you use.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three things: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31520" y="2468880"/>
            <a:ext cx="411480" cy="411480"/>
          </a:xfrm>
          <a:prstGeom prst="oval">
            <a:avLst/>
          </a:prstGeom>
          <a:solidFill>
            <a:srgbClr val="111128"/>
          </a:solidFill>
          <a:ln w="19050">
            <a:solidFill>
              <a:srgbClr val="06D6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hidden attacks in AI conversations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they reach your provider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3291840"/>
            <a:ext cx="411480" cy="411480"/>
          </a:xfrm>
          <a:prstGeom prst="oval">
            <a:avLst/>
          </a:prstGeom>
          <a:solidFill>
            <a:srgbClr val="111128"/>
          </a:solidFill>
          <a:ln w="19050">
            <a:solidFill>
              <a:srgbClr val="B24B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4B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32918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masks sensitive data — names,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info, credentials — so it never leaks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4114800"/>
            <a:ext cx="411480" cy="411480"/>
          </a:xfrm>
          <a:prstGeom prst="oval">
            <a:avLst/>
          </a:prstGeom>
          <a:solidFill>
            <a:srgbClr val="111128"/>
          </a:solidFill>
          <a:ln w="19050">
            <a:solidFill>
              <a:srgbClr val="FF2D9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2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71600" y="4114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you a simple dashboard that says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"you're protected" instead of drowning you in alerts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different.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25400">
            <a:solidFill>
              <a:srgbClr val="0A7E7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security product that happens to serve LGBTQ+ orgs.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security product built by someone who belongs to the community it protects.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468880"/>
            <a:ext cx="54864" cy="411480"/>
          </a:xfrm>
          <a:prstGeom prst="rectangle">
            <a:avLst/>
          </a:prstGeom>
          <a:solidFill>
            <a:srgbClr val="06D6E0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speaks your language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0" y="24505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jargon. No fear tactics. Plain language that respects your intelligence and your time.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063240"/>
            <a:ext cx="54864" cy="411480"/>
          </a:xfrm>
          <a:prstGeom prst="rectangle">
            <a:avLst/>
          </a:prstGeom>
          <a:solidFill>
            <a:srgbClr val="B24BF3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4B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0" y="3044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Self-hosted. Runs on your own computers. We never see your data. It never leaves your building.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657600"/>
            <a:ext cx="54864" cy="411480"/>
          </a:xfrm>
          <a:prstGeom prst="rectangle">
            <a:avLst/>
          </a:prstGeom>
          <a:solidFill>
            <a:srgbClr val="FF2D95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free for small orgs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0" y="36393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fewer than 10 staff, it's free. Not a trial. Not a demo. The real thing.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4251960"/>
            <a:ext cx="54864" cy="411480"/>
          </a:xfrm>
          <a:prstGeom prst="rectangle">
            <a:avLst/>
          </a:prstGeom>
          <a:solidFill>
            <a:srgbClr val="FFD600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4233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open source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0" y="4233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public. Anyone can audit it. That's the kind of trust we think security tools should earn.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25400">
            <a:solidFill>
              <a:srgbClr val="06D6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that protect our communities.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011680"/>
            <a:ext cx="91440" cy="91440"/>
          </a:xfrm>
          <a:prstGeom prst="oval">
            <a:avLst/>
          </a:prstGeom>
          <a:solidFill>
            <a:srgbClr val="06D6E0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920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LGBTQ+ health clinics handling patient data and SOGI information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450592"/>
            <a:ext cx="91440" cy="91440"/>
          </a:xfrm>
          <a:prstGeom prst="oval">
            <a:avLst/>
          </a:prstGeom>
          <a:solidFill>
            <a:srgbClr val="06D6E0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359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sports leagues managing member rosters and communications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889504"/>
            <a:ext cx="91440" cy="91440"/>
          </a:xfrm>
          <a:prstGeom prst="oval">
            <a:avLst/>
          </a:prstGeom>
          <a:solidFill>
            <a:srgbClr val="06D6E0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7980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Advocacy organizations coordinating in hostile political environments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328416"/>
            <a:ext cx="91440" cy="91440"/>
          </a:xfrm>
          <a:prstGeom prst="oval">
            <a:avLst/>
          </a:prstGeom>
          <a:solidFill>
            <a:srgbClr val="06D6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2369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centers running programs with donor and participant records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3767328"/>
            <a:ext cx="91440" cy="91440"/>
          </a:xfrm>
          <a:prstGeom prst="oval">
            <a:avLst/>
          </a:prstGeom>
          <a:solidFill>
            <a:srgbClr val="06D6E0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36758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aid networks protecting the identities of people they serve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4206240"/>
            <a:ext cx="91440" cy="91440"/>
          </a:xfrm>
          <a:prstGeom prst="oval">
            <a:avLst/>
          </a:prstGeom>
          <a:solidFill>
            <a:srgbClr val="06D6E0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114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small org where one data breach could endanger real people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doing important work and you worry about the data your organization handles — this is for you.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right now.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25400">
            <a:solidFill>
              <a:srgbClr val="FFD6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going to be honest with you.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scanner works. It's been built and tested.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works. It shows you what's happening in plain language.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don't have yet is organizations using it in the real world. That's why I'm here talking to you.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 a handful of organizations willing to try it — to tell me what's confusing, what's missing, and what actually helps. That feedback is more valuable to me than anything else right now.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I'm asking.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25400">
            <a:solidFill>
              <a:srgbClr val="FF2D9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2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money. Not a commitment. Just a conversation.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31520" y="1920240"/>
            <a:ext cx="7680960" cy="566928"/>
          </a:xfrm>
          <a:prstGeom prst="rectangle">
            <a:avLst/>
          </a:prstGeom>
          <a:solidFill>
            <a:srgbClr val="111128"/>
          </a:solidFill>
          <a:ln w="6350">
            <a:solidFill>
              <a:srgbClr val="2A2A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751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to show you the tool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21284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computer, on your schedule. I'll bring it to you.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633472"/>
            <a:ext cx="7680960" cy="566928"/>
          </a:xfrm>
          <a:prstGeom prst="rectangle">
            <a:avLst/>
          </a:prstGeom>
          <a:solidFill>
            <a:srgbClr val="111128"/>
          </a:solidFill>
          <a:ln w="6350">
            <a:solidFill>
              <a:srgbClr val="2A2A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6883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honest reaction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292608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make sense? Would your team use this? What's missing?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3346704"/>
            <a:ext cx="7680960" cy="566928"/>
          </a:xfrm>
          <a:prstGeom prst="rectangle">
            <a:avLst/>
          </a:prstGeom>
          <a:solidFill>
            <a:srgbClr val="111128"/>
          </a:solidFill>
          <a:ln w="6350">
            <a:solidFill>
              <a:srgbClr val="2A2A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4015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useful — try it for a month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363931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Free. No obligation. Uninstall anytime. I just need to know if it works in the real world.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" y="4059936"/>
            <a:ext cx="7680960" cy="566928"/>
          </a:xfrm>
          <a:prstGeom prst="rectangle">
            <a:avLst/>
          </a:prstGeom>
          <a:solidFill>
            <a:srgbClr val="111128"/>
          </a:solidFill>
          <a:ln w="6350">
            <a:solidFill>
              <a:srgbClr val="2A2A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1148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know someone who'd care — an introduction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14400" y="435254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That's the whole ask.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protect the people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protect our communities.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3474720" y="3246120"/>
            <a:ext cx="2194560" cy="0"/>
          </a:xfrm>
          <a:prstGeom prst="line">
            <a:avLst/>
          </a:prstGeom>
          <a:noFill/>
          <a:ln w="19050">
            <a:solidFill>
              <a:srgbClr val="0A7E74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E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Mazze LeCzzare Frazer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securepride.org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 ·  Self-hosted  ·  Free for small orgs  ·  Built in Durham, NC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0A7E7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8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Pride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59436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draw the line online.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Pride — Our Story</dc:title>
  <dc:subject>Why we built this, who it's for, and what it does</dc:subject>
  <dc:creator>Mazze LeCzzare Frazer</dc:creator>
  <cp:lastModifiedBy>Mazze LeCzzare Frazer</cp:lastModifiedBy>
  <cp:revision>1</cp:revision>
  <dcterms:created xsi:type="dcterms:W3CDTF">2026-03-22T07:29:54Z</dcterms:created>
  <dcterms:modified xsi:type="dcterms:W3CDTF">2026-03-22T07:29:54Z</dcterms:modified>
</cp:coreProperties>
</file>